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Rainfall Timeseries Forecasting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Monthly Rainfall Forecast (Mar-Oct 2026)</a:t>
            </a:r>
          </a:p>
          <a:p>
            <a:r>
              <a:t>&amp; Daily Probability Interface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 &amp;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Compare multiple forecasting models with a time-aware validation setup</a:t>
            </a:r>
          </a:p>
          <a:p>
            <a:pPr/>
            <a:r>
              <a:t>Select the final model using strict validation metrics (avoids test leakage)</a:t>
            </a:r>
          </a:p>
          <a:p>
            <a:pPr/>
            <a:r>
              <a:t>Persist robust outputs: forecasts, evaluation tables, figures, and metadata</a:t>
            </a:r>
          </a:p>
          <a:p>
            <a:pPr/>
            <a:r>
              <a:t>Serve results through a clean, interactive Streamlit application</a:t>
            </a:r>
          </a:p>
          <a:p>
            <a:pPr/>
            <a:r>
              <a:t>Keep heavy training dependencies strictly separated from the lightweight app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Saved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Selected Model Architecture: BiLSTM</a:t>
            </a:r>
          </a:p>
          <a:p>
            <a:pPr/>
            <a:r>
              <a:t>Validation RMSE: 88.26</a:t>
            </a:r>
          </a:p>
          <a:p>
            <a:pPr/>
            <a:r>
              <a:t>Test RMSE: 110.92</a:t>
            </a:r>
          </a:p>
          <a:p>
            <a:pPr/>
            <a:r>
              <a:t>Forecast Output: Future forecasts generated and saved successfully.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&amp;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Processing:</a:t>
            </a:r>
          </a:p>
          <a:p>
            <a:pPr lvl="1"/>
            <a:r>
              <a:t>Extracts daily behavior and creates a monthly dataset with climatology profiles</a:t>
            </a:r>
          </a:p>
          <a:p>
            <a:pPr/>
            <a:r>
              <a:t>Model Training:</a:t>
            </a:r>
          </a:p>
          <a:p>
            <a:pPr lvl="1"/>
            <a:r>
              <a:t>Trains on historical datasets with robust sequence models</a:t>
            </a:r>
          </a:p>
          <a:p>
            <a:pPr/>
            <a:r>
              <a:t>Evaluation:</a:t>
            </a:r>
          </a:p>
          <a:p>
            <a:pPr lvl="1"/>
            <a:r>
              <a:t>Produces horizon-wise evaluation metrics and backtest predictions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Interactive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Local App Entry: Runs via app.py using Streamlit</a:t>
            </a:r>
          </a:p>
          <a:p>
            <a:pPr/>
            <a:r>
              <a:t>Key Features:</a:t>
            </a:r>
          </a:p>
          <a:p>
            <a:pPr lvl="1"/>
            <a:r>
              <a:t>Visualizes the 2026 future forecast</a:t>
            </a:r>
          </a:p>
          <a:p>
            <a:pPr lvl="1"/>
            <a:r>
              <a:t>Interactive exploration of evaluation figures and tables</a:t>
            </a:r>
          </a:p>
          <a:p>
            <a:pPr lvl="1"/>
            <a:r>
              <a:t>Estimates which days in a selected month have the highest chance of rainfall based on historical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Delivers accurate, backtested rainfall forecasting using modern Deep Learning (BiLSTM)</a:t>
            </a:r>
          </a:p>
          <a:p>
            <a:pPr/>
            <a:r>
              <a:t>User-friendly and accessible through a scalable web interface</a:t>
            </a:r>
          </a:p>
          <a:p>
            <a:pPr/>
            <a:r>
              <a:t>Modular codebase is easy to extend with new models, pipelines, or data updates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